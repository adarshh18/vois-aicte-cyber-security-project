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216" y="90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12/28/2025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12/28/2025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darshh18/VOIS-AICTE-Cyber-Security-Project.git" TargetMode="Externa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985846" y="4027221"/>
            <a:ext cx="5727114" cy="1449909"/>
          </a:xfrm>
        </p:spPr>
        <p:txBody>
          <a:bodyPr>
            <a:normAutofit/>
          </a:bodyPr>
          <a:lstStyle/>
          <a:p>
            <a:pPr algn="r"/>
            <a:r>
              <a:rPr lang="en-IN" dirty="0">
                <a:solidFill>
                  <a:schemeClr val="tx1"/>
                </a:solidFill>
              </a:rPr>
              <a:t>ADARSH KUMAR TIWARI</a:t>
            </a:r>
          </a:p>
          <a:p>
            <a:pPr algn="r"/>
            <a:r>
              <a:rPr lang="en-IN" sz="1600" dirty="0">
                <a:solidFill>
                  <a:schemeClr val="tx1"/>
                </a:solidFill>
              </a:rPr>
              <a:t>Apply ID:</a:t>
            </a:r>
            <a:r>
              <a:rPr lang="en-IN" sz="1600" dirty="0"/>
              <a:t>APPLY_1763975338692420aa6b00d</a:t>
            </a:r>
          </a:p>
          <a:p>
            <a:pPr algn="r"/>
            <a:r>
              <a:rPr lang="en-IN" sz="1600" dirty="0">
                <a:solidFill>
                  <a:schemeClr val="tx1"/>
                </a:solidFill>
              </a:rPr>
              <a:t>Internship ID: </a:t>
            </a:r>
            <a:r>
              <a:rPr lang="en-IN" sz="1600" dirty="0"/>
              <a:t>INTERNSHIP_1762343729690b3b31bb89f  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7520" y="2422276"/>
            <a:ext cx="4998720" cy="1604945"/>
          </a:xfrm>
        </p:spPr>
        <p:txBody>
          <a:bodyPr>
            <a:normAutofit/>
          </a:bodyPr>
          <a:lstStyle/>
          <a:p>
            <a:r>
              <a:rPr lang="en-GB" sz="3200" b="1" dirty="0"/>
              <a:t>Project Title –</a:t>
            </a:r>
            <a:br>
              <a:rPr lang="en-GB" sz="3200" dirty="0"/>
            </a:br>
            <a:r>
              <a:rPr lang="en-IN" sz="2400" dirty="0">
                <a:solidFill>
                  <a:srgbClr val="002060"/>
                </a:solidFill>
              </a:rPr>
              <a:t>Keylogger Project using Python</a:t>
            </a:r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949204" cy="4432027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400" dirty="0"/>
              <a:t>Monitoring keyboard activity is essential for understanding how users interact with a system.</a:t>
            </a:r>
            <a:br>
              <a:rPr lang="en-US" sz="2400" dirty="0"/>
            </a:br>
            <a:r>
              <a:rPr lang="en-US" sz="2400" dirty="0"/>
              <a:t>However, capturing key press, hold, and release events in real time and storing them in a structured format is challenging.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problem is to design a simple application that:</a:t>
            </a:r>
          </a:p>
          <a:p>
            <a:r>
              <a:rPr lang="en-US" sz="2400" dirty="0"/>
              <a:t>Captures keyboard events accurately</a:t>
            </a:r>
          </a:p>
          <a:p>
            <a:r>
              <a:rPr lang="en-US" sz="2400" dirty="0"/>
              <a:t>Stores keystrokes securely</a:t>
            </a:r>
          </a:p>
          <a:p>
            <a:r>
              <a:rPr lang="en-US" sz="2400" dirty="0"/>
              <a:t>Provides a user-friendly interface</a:t>
            </a:r>
          </a:p>
          <a:p>
            <a:r>
              <a:rPr lang="en-US" sz="2400" dirty="0"/>
              <a:t>Saves data in readable and structured formats</a:t>
            </a:r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636725"/>
          </a:xfrm>
        </p:spPr>
        <p:txBody>
          <a:bodyPr>
            <a:noAutofit/>
          </a:bodyPr>
          <a:lstStyle/>
          <a:p>
            <a:r>
              <a:rPr lang="en-GB" sz="3200" dirty="0"/>
              <a:t>Project Description</a:t>
            </a:r>
            <a:br>
              <a:rPr lang="en-GB" sz="2000" dirty="0"/>
            </a:br>
            <a:br>
              <a:rPr lang="en-GB" sz="2000" dirty="0"/>
            </a:br>
            <a:r>
              <a:rPr lang="en-US" sz="2000" b="0" dirty="0"/>
              <a:t>This project is a Python-based Keylogger application developed using </a:t>
            </a:r>
            <a:r>
              <a:rPr lang="en-US" sz="2000" b="0" dirty="0" err="1"/>
              <a:t>Tkinter</a:t>
            </a:r>
            <a:r>
              <a:rPr lang="en-US" sz="2000" b="0" dirty="0"/>
              <a:t> for the graphical user interface and </a:t>
            </a:r>
            <a:r>
              <a:rPr lang="en-US" sz="2000" b="0" dirty="0" err="1"/>
              <a:t>pynput</a:t>
            </a:r>
            <a:r>
              <a:rPr lang="en-US" sz="2000" b="0" dirty="0"/>
              <a:t> for keyboard event handling.</a:t>
            </a:r>
            <a:br>
              <a:rPr lang="en-US" sz="2000" b="0" dirty="0"/>
            </a:br>
            <a:r>
              <a:rPr lang="en-US" sz="2000" b="0" dirty="0"/>
              <a:t>The application allows the user to start keylogging through a GUI button.</a:t>
            </a:r>
            <a:br>
              <a:rPr lang="en-US" sz="2000" b="0" dirty="0"/>
            </a:br>
            <a:r>
              <a:rPr lang="en-US" sz="2000" b="0" dirty="0"/>
              <a:t>It captures:</a:t>
            </a:r>
            <a:br>
              <a:rPr lang="en-US" sz="2000" b="0" dirty="0"/>
            </a:br>
            <a:r>
              <a:rPr lang="en-US" sz="2000" b="0" dirty="0"/>
              <a:t>   Key Press</a:t>
            </a:r>
            <a:br>
              <a:rPr lang="en-US" sz="2000" b="0" dirty="0"/>
            </a:br>
            <a:r>
              <a:rPr lang="en-US" sz="2000" b="0" dirty="0"/>
              <a:t>   Key Hold</a:t>
            </a:r>
            <a:br>
              <a:rPr lang="en-US" sz="2000" b="0" dirty="0"/>
            </a:br>
            <a:r>
              <a:rPr lang="en-US" sz="2000" b="0" dirty="0"/>
              <a:t>   Key Release</a:t>
            </a:r>
            <a:br>
              <a:rPr lang="en-US" sz="2000" b="0" dirty="0"/>
            </a:br>
            <a:r>
              <a:rPr lang="en-US" sz="2000" b="0" dirty="0"/>
              <a:t>The captured data is stored in:</a:t>
            </a:r>
            <a:br>
              <a:rPr lang="en-US" sz="2000" b="0" dirty="0"/>
            </a:br>
            <a:r>
              <a:rPr lang="en-US" sz="2000" b="0" dirty="0"/>
              <a:t>   </a:t>
            </a:r>
            <a:r>
              <a:rPr lang="en-US" sz="2000" b="0" dirty="0" err="1"/>
              <a:t>logs.json</a:t>
            </a:r>
            <a:r>
              <a:rPr lang="en-US" sz="2000" b="0" dirty="0"/>
              <a:t> (structured format)</a:t>
            </a:r>
            <a:br>
              <a:rPr lang="en-US" sz="2000" b="0" dirty="0"/>
            </a:br>
            <a:r>
              <a:rPr lang="en-US" sz="2000" b="0" dirty="0"/>
              <a:t>   logs.txt (readable keystroke sequence)</a:t>
            </a:r>
            <a:br>
              <a:rPr lang="en-US" sz="2000" b="0" dirty="0"/>
            </a:br>
            <a:r>
              <a:rPr lang="en-US" sz="2000" b="0" dirty="0"/>
              <a:t>This project demonstrates event-driven programming, file handling, and GUI development in Python.</a:t>
            </a:r>
            <a:br>
              <a:rPr lang="en-US" sz="2000" b="0" dirty="0"/>
            </a:br>
            <a:endParaRPr lang="en-IN" sz="2000" b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359" y="1245974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91678CAF-0D5E-AA4C-0D3F-845A3E15963E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721359" y="2613392"/>
            <a:ext cx="7691529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learning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 programming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Learners studying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Operating Systems and event handling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Cybersecurity students (for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educational and ethical use only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Developers testing keyboard input behavior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Researchers analyzing typing patterns (with user consent)</a:t>
            </a:r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27AB4C3-563C-4D46-8C19-2A9842DD02DB}"/>
              </a:ext>
            </a:extLst>
          </p:cNvPr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914400" y="1874728"/>
            <a:ext cx="7792183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Python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Core programming language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design the graphical user interface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pynput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library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capture keyboard events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JSON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for structured data storage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Text File Handling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Used to store readable keystrokes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03550F6-B244-7D61-79C8-ADAEFB5E1E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499116"/>
            <a:ext cx="4443046" cy="23403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82A4820-C24F-418E-BF3E-2A604D0A7E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1383" y="3980123"/>
            <a:ext cx="4449234" cy="234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DBE6746-CFD5-1A2D-BC36-3F3BE7D51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000" y="1409700"/>
            <a:ext cx="11340000" cy="700114"/>
          </a:xfrm>
        </p:spPr>
        <p:txBody>
          <a:bodyPr/>
          <a:lstStyle/>
          <a:p>
            <a:r>
              <a:rPr lang="en-IN" b="1" dirty="0">
                <a:solidFill>
                  <a:schemeClr val="tx1"/>
                </a:solidFill>
              </a:rPr>
              <a:t>DEMO LINK 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57415D-0F61-D60F-4EC9-E0012D1162B9}"/>
              </a:ext>
            </a:extLst>
          </p:cNvPr>
          <p:cNvSpPr txBox="1"/>
          <p:nvPr/>
        </p:nvSpPr>
        <p:spPr>
          <a:xfrm>
            <a:off x="852000" y="2648635"/>
            <a:ext cx="85264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hlinkClick r:id="rId2"/>
              </a:rPr>
              <a:t>https://github.com/Adarshh18/VOIS-AICTE-Cyber-Security-Project.git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629392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99684"/>
            <a:ext cx="11023508" cy="700114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/>
            <a:r>
              <a:rPr lang="en-US" sz="54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http://schemas.microsoft.com/office/2006/metadata/properties"/>
    <ds:schemaRef ds:uri="http://purl.org/dc/terms/"/>
    <ds:schemaRef ds:uri="http://purl.org/dc/dcmitype/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588</TotalTime>
  <Words>293</Words>
  <Application>Microsoft Office PowerPoint</Application>
  <PresentationFormat>Widescreen</PresentationFormat>
  <Paragraphs>31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Wingdings</vt:lpstr>
      <vt:lpstr>Wingdings 3</vt:lpstr>
      <vt:lpstr>Facet</vt:lpstr>
      <vt:lpstr>Project Title – Keylogger Project using Python</vt:lpstr>
      <vt:lpstr>PROBLEM  STATEMENT</vt:lpstr>
      <vt:lpstr>Project Description  This project is a Python-based Keylogger application developed using Tkinter for the graphical user interface and pynput for keyboard event handling. The application allows the user to start keylogging through a GUI button. It captures:    Key Press    Key Hold    Key Release The captured data is stored in:    logs.json (structured format)    logs.txt (readable keystroke sequence) This project demonstrates event-driven programming, file handling, and GUI development in Python. </vt:lpstr>
      <vt:lpstr>WHO ARE THE END USERS?</vt:lpstr>
      <vt:lpstr>Technology Used</vt:lpstr>
      <vt:lpstr>RESULTS </vt:lpstr>
      <vt:lpstr>DEMO LINK 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Manish Tiwari</cp:lastModifiedBy>
  <cp:revision>74</cp:revision>
  <dcterms:created xsi:type="dcterms:W3CDTF">2021-07-11T13:13:15Z</dcterms:created>
  <dcterms:modified xsi:type="dcterms:W3CDTF">2025-12-27T19:18:41Z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